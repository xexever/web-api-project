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9"/>
  </p:handoutMasterIdLst>
  <p:sldIdLst>
    <p:sldId id="256" r:id="rId2"/>
    <p:sldId id="258" r:id="rId3"/>
    <p:sldId id="257" r:id="rId4"/>
    <p:sldId id="265" r:id="rId5"/>
    <p:sldId id="263" r:id="rId6"/>
    <p:sldId id="266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57D3F-4164-47B7-AB42-9C90AB4D4EBF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77C2A-812A-4589-ABA6-DC85D59356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887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727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50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905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65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02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528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2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21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5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93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99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784AEB9-1D2E-476C-97A5-10706365C0E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B91319D-FD2D-497E-A462-BCE1D2086E4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571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 err="1"/>
              <a:t>FunLearn</a:t>
            </a:r>
            <a:r>
              <a:rPr lang="en-US" sz="4800" b="1" dirty="0"/>
              <a:t> English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 smtClean="0"/>
              <a:t>АвторЫ</a:t>
            </a:r>
            <a:r>
              <a:rPr lang="ru-RU" dirty="0" smtClean="0"/>
              <a:t> – Казакова Ангелина Дмитриевна, </a:t>
            </a:r>
            <a:r>
              <a:rPr lang="ru-RU" dirty="0" err="1" smtClean="0"/>
              <a:t>Секиров</a:t>
            </a:r>
            <a:r>
              <a:rPr lang="ru-RU" dirty="0" smtClean="0"/>
              <a:t> </a:t>
            </a:r>
            <a:r>
              <a:rPr lang="ru-RU" dirty="0" err="1" smtClean="0"/>
              <a:t>кирилл</a:t>
            </a:r>
            <a:r>
              <a:rPr lang="ru-RU" dirty="0" smtClean="0"/>
              <a:t> </a:t>
            </a:r>
            <a:r>
              <a:rPr lang="ru-RU" dirty="0" err="1" smtClean="0"/>
              <a:t>романович</a:t>
            </a:r>
            <a:endParaRPr lang="ru-RU" dirty="0" smtClean="0"/>
          </a:p>
          <a:p>
            <a:r>
              <a:rPr lang="ru-RU" dirty="0"/>
              <a:t>Научный </a:t>
            </a:r>
            <a:r>
              <a:rPr lang="ru-RU" dirty="0" smtClean="0"/>
              <a:t>руководитель – Гончарова Марина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675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</a:t>
            </a:r>
            <a:r>
              <a:rPr lang="en-US" sz="3600" b="1" dirty="0" err="1"/>
              <a:t>FunLearn</a:t>
            </a:r>
            <a:r>
              <a:rPr lang="en-US" sz="3600" b="1" dirty="0"/>
              <a:t> English</a:t>
            </a:r>
            <a:r>
              <a:rPr lang="ru-RU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5577016"/>
            <a:ext cx="12191999" cy="16404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 smtClean="0"/>
              <a:t>Это </a:t>
            </a:r>
            <a:r>
              <a:rPr lang="ru-RU" sz="2400" dirty="0"/>
              <a:t>твой личный генератор английского контента для прокачки языка без скуки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33" y="1846216"/>
            <a:ext cx="7948294" cy="4335433"/>
          </a:xfrm>
          <a:prstGeom prst="rect">
            <a:avLst/>
          </a:prstGeom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581192" y="1846217"/>
            <a:ext cx="3908429" cy="4506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 smtClean="0"/>
              <a:t>Рецепты</a:t>
            </a:r>
          </a:p>
          <a:p>
            <a:r>
              <a:rPr lang="ru-RU" sz="2000" b="1" dirty="0" smtClean="0"/>
              <a:t>Шутки </a:t>
            </a:r>
            <a:r>
              <a:rPr lang="ru-RU" sz="2000" b="1" dirty="0"/>
              <a:t>с неожиданной </a:t>
            </a:r>
            <a:r>
              <a:rPr lang="ru-RU" sz="2000" b="1" dirty="0" smtClean="0"/>
              <a:t>развязкой</a:t>
            </a:r>
          </a:p>
          <a:p>
            <a:r>
              <a:rPr lang="ru-RU" sz="2000" b="1" dirty="0" smtClean="0"/>
              <a:t>Советы </a:t>
            </a:r>
            <a:r>
              <a:rPr lang="ru-RU" sz="2000" b="1" dirty="0"/>
              <a:t>и мудрые мысли</a:t>
            </a:r>
            <a:endParaRPr lang="ru-RU" sz="2000" b="1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8165358" y="2082159"/>
            <a:ext cx="3908429" cy="4506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Викторина с проверкой знаний</a:t>
            </a:r>
          </a:p>
          <a:p>
            <a:r>
              <a:rPr lang="ru-RU" sz="2000" b="1" dirty="0" smtClean="0"/>
              <a:t>Что </a:t>
            </a:r>
            <a:r>
              <a:rPr lang="ru-RU" sz="2000" b="1" dirty="0"/>
              <a:t>скрывает твоё имя? (возраст, пол, страна</a:t>
            </a:r>
            <a:r>
              <a:rPr lang="ru-RU" sz="2000" b="1" dirty="0" smtClean="0"/>
              <a:t>)</a:t>
            </a:r>
            <a:endParaRPr lang="ru-RU" sz="2000" b="1" dirty="0"/>
          </a:p>
          <a:p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6418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преимущества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625" y="1968843"/>
            <a:ext cx="5539522" cy="4506098"/>
          </a:xfrm>
        </p:spPr>
        <p:txBody>
          <a:bodyPr>
            <a:normAutofit/>
          </a:bodyPr>
          <a:lstStyle/>
          <a:p>
            <a:r>
              <a:rPr lang="ru-RU" b="1" dirty="0" smtClean="0"/>
              <a:t>Цель</a:t>
            </a:r>
            <a:r>
              <a:rPr lang="en-US" b="1" dirty="0"/>
              <a:t>:</a:t>
            </a:r>
            <a:r>
              <a:rPr lang="ru-RU" b="1" dirty="0"/>
              <a:t> </a:t>
            </a:r>
            <a:r>
              <a:rPr lang="ru-RU" b="1" dirty="0"/>
              <a:t>Сделать изучение английского языка увлекательным </a:t>
            </a:r>
            <a:r>
              <a:rPr lang="ru-RU" b="1" dirty="0" smtClean="0"/>
              <a:t>через </a:t>
            </a:r>
            <a:r>
              <a:rPr lang="ru-RU" b="1" dirty="0"/>
              <a:t>генерацию случайного англоязычного </a:t>
            </a:r>
            <a:r>
              <a:rPr lang="ru-RU" b="1" dirty="0" smtClean="0"/>
              <a:t>контента</a:t>
            </a:r>
          </a:p>
          <a:p>
            <a:r>
              <a:rPr lang="ru-RU" dirty="0" smtClean="0"/>
              <a:t>💎 </a:t>
            </a:r>
            <a:r>
              <a:rPr lang="ru-RU" dirty="0"/>
              <a:t>ИНТУИТИВНЫЙ ИНТЕРФЕЙС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✨ ЯРКИЙ ДИЗАЙН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⚡ МИНИМУМ КЛИКОВ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🌍 АНГЛИЙСКИЙ В КАЖДОМ БЛОКЕ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 smtClean="0"/>
              <a:t>😎 </a:t>
            </a:r>
            <a:r>
              <a:rPr lang="ru-RU" dirty="0" smtClean="0"/>
              <a:t>ПРОВЕРКА </a:t>
            </a:r>
            <a:r>
              <a:rPr lang="ru-RU" dirty="0"/>
              <a:t>ЗНАНИЙ (викторина)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📚 СОЦИАЛЬНАЯ СОСТАВЛЯЮЩАЯ </a:t>
            </a:r>
            <a:r>
              <a:rPr lang="ru-RU" dirty="0" smtClean="0"/>
              <a:t>(публикация идей </a:t>
            </a:r>
            <a:r>
              <a:rPr lang="ru-RU" dirty="0"/>
              <a:t>+ избранное)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715" y="2479590"/>
            <a:ext cx="5424897" cy="34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9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953" y="3571470"/>
            <a:ext cx="3685563" cy="157145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Технологический стек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2542" y="1985319"/>
            <a:ext cx="4789877" cy="4872681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err="1" smtClean="0"/>
              <a:t>Flask</a:t>
            </a:r>
            <a:r>
              <a:rPr lang="ru-RU" b="1" dirty="0" smtClean="0"/>
              <a:t> </a:t>
            </a:r>
            <a:r>
              <a:rPr lang="ru-RU" b="1" dirty="0"/>
              <a:t>-</a:t>
            </a:r>
            <a:r>
              <a:rPr lang="ru-RU" b="1" dirty="0" smtClean="0"/>
              <a:t> </a:t>
            </a:r>
            <a:r>
              <a:rPr lang="ru-RU" dirty="0" err="1"/>
              <a:t>микрофреймворк</a:t>
            </a:r>
            <a:r>
              <a:rPr lang="ru-RU" dirty="0"/>
              <a:t> для веб-приложений на </a:t>
            </a:r>
            <a:r>
              <a:rPr lang="en-US" dirty="0">
                <a:latin typeface="Corbel" panose="020B0503020204020204" pitchFamily="34" charset="0"/>
              </a:rPr>
              <a:t>Python</a:t>
            </a:r>
            <a:endParaRPr lang="ru-RU" dirty="0"/>
          </a:p>
          <a:p>
            <a:r>
              <a:rPr lang="en-US" b="1" dirty="0" smtClean="0">
                <a:latin typeface="Corbel" panose="020B0503020204020204" pitchFamily="34" charset="0"/>
              </a:rPr>
              <a:t>random</a:t>
            </a:r>
            <a:r>
              <a:rPr lang="ru-RU" dirty="0" smtClean="0">
                <a:latin typeface="Corbel" panose="020B0503020204020204" pitchFamily="34" charset="0"/>
              </a:rPr>
              <a:t> </a:t>
            </a:r>
            <a:r>
              <a:rPr lang="en-US" dirty="0" smtClean="0">
                <a:latin typeface="Corbel" panose="020B0503020204020204" pitchFamily="34" charset="0"/>
              </a:rPr>
              <a:t> </a:t>
            </a:r>
            <a:r>
              <a:rPr lang="ru-RU" b="1" dirty="0"/>
              <a:t>-</a:t>
            </a:r>
            <a:r>
              <a:rPr lang="ru-RU" dirty="0" smtClean="0">
                <a:latin typeface="Corbel" panose="020B0503020204020204" pitchFamily="34" charset="0"/>
              </a:rPr>
              <a:t> </a:t>
            </a:r>
            <a:r>
              <a:rPr lang="ru-RU" dirty="0" smtClean="0">
                <a:latin typeface="Corbel" panose="020B0503020204020204" pitchFamily="34" charset="0"/>
              </a:rPr>
              <a:t>библиотека для генерации псевдослучайных чисел на </a:t>
            </a:r>
            <a:r>
              <a:rPr lang="en-US" dirty="0" smtClean="0">
                <a:latin typeface="Corbel" panose="020B0503020204020204" pitchFamily="34" charset="0"/>
              </a:rPr>
              <a:t>Python</a:t>
            </a:r>
          </a:p>
          <a:p>
            <a:r>
              <a:rPr lang="en-US" b="1" dirty="0" err="1" smtClean="0">
                <a:latin typeface="Corbel" panose="020B0503020204020204" pitchFamily="34" charset="0"/>
              </a:rPr>
              <a:t>json</a:t>
            </a:r>
            <a:r>
              <a:rPr lang="en-US" dirty="0" smtClean="0">
                <a:latin typeface="Corbel" panose="020B0503020204020204" pitchFamily="34" charset="0"/>
              </a:rPr>
              <a:t> </a:t>
            </a:r>
            <a:r>
              <a:rPr lang="ru-RU" b="1" dirty="0"/>
              <a:t>-</a:t>
            </a:r>
            <a:r>
              <a:rPr lang="en-US" dirty="0" smtClean="0">
                <a:latin typeface="Corbel" panose="020B0503020204020204" pitchFamily="34" charset="0"/>
              </a:rPr>
              <a:t> </a:t>
            </a:r>
            <a:r>
              <a:rPr lang="ru-RU" dirty="0" smtClean="0">
                <a:latin typeface="Corbel" panose="020B0503020204020204" pitchFamily="34" charset="0"/>
              </a:rPr>
              <a:t>библиотека, позволяющая преобразовывать </a:t>
            </a:r>
            <a:r>
              <a:rPr lang="ru-RU" dirty="0" err="1" smtClean="0">
                <a:latin typeface="Corbel" panose="020B0503020204020204" pitchFamily="34" charset="0"/>
              </a:rPr>
              <a:t>обьекты</a:t>
            </a:r>
            <a:r>
              <a:rPr lang="ru-RU" dirty="0" smtClean="0">
                <a:latin typeface="Corbel" panose="020B0503020204020204" pitchFamily="34" charset="0"/>
              </a:rPr>
              <a:t> </a:t>
            </a:r>
            <a:r>
              <a:rPr lang="en-US" dirty="0" smtClean="0">
                <a:latin typeface="Corbel" panose="020B0503020204020204" pitchFamily="34" charset="0"/>
              </a:rPr>
              <a:t>Python </a:t>
            </a:r>
            <a:r>
              <a:rPr lang="ru-RU" dirty="0" smtClean="0">
                <a:latin typeface="Corbel" panose="020B0503020204020204" pitchFamily="34" charset="0"/>
              </a:rPr>
              <a:t>в </a:t>
            </a:r>
            <a:r>
              <a:rPr lang="en-US" dirty="0" smtClean="0">
                <a:latin typeface="Corbel" panose="020B0503020204020204" pitchFamily="34" charset="0"/>
              </a:rPr>
              <a:t>JSON </a:t>
            </a:r>
            <a:r>
              <a:rPr lang="ru-RU" dirty="0" smtClean="0">
                <a:latin typeface="Corbel" panose="020B0503020204020204" pitchFamily="34" charset="0"/>
              </a:rPr>
              <a:t>и обратно</a:t>
            </a:r>
          </a:p>
          <a:p>
            <a:r>
              <a:rPr lang="ru-RU" b="1" dirty="0" err="1" smtClean="0"/>
              <a:t>WTForms</a:t>
            </a:r>
            <a:r>
              <a:rPr lang="ru-RU" b="1" dirty="0" smtClean="0"/>
              <a:t> </a:t>
            </a:r>
            <a:r>
              <a:rPr lang="ru-RU" b="1" dirty="0"/>
              <a:t>- </a:t>
            </a:r>
            <a:r>
              <a:rPr lang="ru-RU" dirty="0">
                <a:latin typeface="Corbel" panose="020B0503020204020204" pitchFamily="34" charset="0"/>
              </a:rPr>
              <a:t>библиотека для создания и </a:t>
            </a:r>
            <a:r>
              <a:rPr lang="ru-RU" dirty="0" err="1">
                <a:latin typeface="Corbel" panose="020B0503020204020204" pitchFamily="34" charset="0"/>
              </a:rPr>
              <a:t>валидации</a:t>
            </a:r>
            <a:r>
              <a:rPr lang="ru-RU" dirty="0">
                <a:latin typeface="Corbel" panose="020B0503020204020204" pitchFamily="34" charset="0"/>
              </a:rPr>
              <a:t> веб-форм</a:t>
            </a:r>
            <a:endParaRPr lang="en-US" dirty="0" smtClean="0">
              <a:latin typeface="Corbel" panose="020B0503020204020204" pitchFamily="34" charset="0"/>
            </a:endParaRPr>
          </a:p>
          <a:p>
            <a:r>
              <a:rPr lang="ru-RU" b="1" dirty="0" err="1"/>
              <a:t>SQLAlchemy</a:t>
            </a:r>
            <a:r>
              <a:rPr lang="ru-RU" b="1" dirty="0"/>
              <a:t> </a:t>
            </a:r>
            <a:r>
              <a:rPr lang="ru-RU" b="1" dirty="0"/>
              <a:t>- </a:t>
            </a:r>
            <a:r>
              <a:rPr lang="ru-RU" dirty="0"/>
              <a:t>инструмент для работы с базами данных через </a:t>
            </a:r>
            <a:r>
              <a:rPr lang="ru-RU" dirty="0" smtClean="0"/>
              <a:t>ORM</a:t>
            </a:r>
          </a:p>
          <a:p>
            <a:r>
              <a:rPr lang="ru-RU" b="1" dirty="0" smtClean="0"/>
              <a:t>Внешние </a:t>
            </a:r>
            <a:r>
              <a:rPr lang="en-US" b="1" dirty="0"/>
              <a:t>API </a:t>
            </a:r>
            <a:r>
              <a:rPr lang="en-US" dirty="0"/>
              <a:t>(</a:t>
            </a:r>
            <a:r>
              <a:rPr lang="en-US" dirty="0" err="1"/>
              <a:t>TheMealDB</a:t>
            </a:r>
            <a:r>
              <a:rPr lang="en-US" dirty="0"/>
              <a:t>, </a:t>
            </a:r>
            <a:r>
              <a:rPr lang="en-US" dirty="0" err="1"/>
              <a:t>JokeAPI</a:t>
            </a:r>
            <a:r>
              <a:rPr lang="en-US" dirty="0"/>
              <a:t>, </a:t>
            </a:r>
            <a:r>
              <a:rPr lang="en-US" dirty="0" err="1"/>
              <a:t>AdviceSlip</a:t>
            </a:r>
            <a:r>
              <a:rPr lang="en-US" dirty="0"/>
              <a:t>, </a:t>
            </a:r>
            <a:r>
              <a:rPr lang="en-US" dirty="0" err="1"/>
              <a:t>OpenTDB</a:t>
            </a:r>
            <a:r>
              <a:rPr lang="en-US" dirty="0"/>
              <a:t>, </a:t>
            </a:r>
            <a:r>
              <a:rPr lang="en-US" dirty="0" err="1"/>
              <a:t>Agify</a:t>
            </a:r>
            <a:r>
              <a:rPr lang="en-US" dirty="0"/>
              <a:t>, </a:t>
            </a:r>
            <a:r>
              <a:rPr lang="en-US" dirty="0" err="1"/>
              <a:t>Genderize</a:t>
            </a:r>
            <a:r>
              <a:rPr lang="en-US" dirty="0"/>
              <a:t>, Nationalize) </a:t>
            </a:r>
            <a:r>
              <a:rPr lang="ru-RU" b="1" dirty="0"/>
              <a:t>-</a:t>
            </a:r>
            <a:r>
              <a:rPr lang="en-US" dirty="0" smtClean="0"/>
              <a:t> </a:t>
            </a:r>
            <a:r>
              <a:rPr lang="ru-RU" dirty="0"/>
              <a:t>живой контент на </a:t>
            </a:r>
            <a:r>
              <a:rPr lang="ru-RU" dirty="0" smtClean="0"/>
              <a:t>английском</a:t>
            </a:r>
          </a:p>
          <a:p>
            <a:r>
              <a:rPr lang="en-US" b="1" dirty="0" smtClean="0"/>
              <a:t>Bootstrap</a:t>
            </a:r>
            <a:r>
              <a:rPr lang="ru-RU" b="1" dirty="0" smtClean="0"/>
              <a:t> - </a:t>
            </a:r>
            <a:r>
              <a:rPr lang="ru-RU" dirty="0"/>
              <a:t>Адаптивный интерфейс, сетка, кнопки, стили</a:t>
            </a:r>
            <a:endParaRPr lang="ru-RU" dirty="0"/>
          </a:p>
          <a:p>
            <a:endParaRPr lang="ru-RU" dirty="0">
              <a:latin typeface="Corbel" panose="020B0503020204020204" pitchFamily="34" charset="0"/>
            </a:endParaRPr>
          </a:p>
        </p:txBody>
      </p:sp>
      <p:sp>
        <p:nvSpPr>
          <p:cNvPr id="5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571" y="2082467"/>
            <a:ext cx="3381303" cy="1323463"/>
          </a:xfrm>
          <a:prstGeom prst="rect">
            <a:avLst/>
          </a:prstGeom>
        </p:spPr>
      </p:pic>
      <p:pic>
        <p:nvPicPr>
          <p:cNvPr id="3084" name="Picture 12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412" y="3624558"/>
            <a:ext cx="1465276" cy="146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722" y="1937571"/>
            <a:ext cx="1478266" cy="161325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759" y="5015811"/>
            <a:ext cx="1750673" cy="175067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913" y="5142922"/>
            <a:ext cx="1799425" cy="143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5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286" y="1832566"/>
            <a:ext cx="4670736" cy="467073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Перспективы развития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833126"/>
          </a:xfrm>
        </p:spPr>
        <p:txBody>
          <a:bodyPr>
            <a:normAutofit/>
          </a:bodyPr>
          <a:lstStyle/>
          <a:p>
            <a:r>
              <a:rPr lang="ru-RU" sz="2000" b="1" dirty="0"/>
              <a:t>📱 Мобильное приложение — английский в кармане</a:t>
            </a:r>
          </a:p>
          <a:p>
            <a:r>
              <a:rPr lang="ru-RU" sz="2000" b="1" dirty="0"/>
              <a:t>🌍 Перевод интерфейса на другие языки</a:t>
            </a:r>
          </a:p>
          <a:p>
            <a:r>
              <a:rPr lang="ru-RU" sz="2000" b="1" dirty="0"/>
              <a:t>🎨 </a:t>
            </a:r>
            <a:r>
              <a:rPr lang="ru-RU" sz="2000" b="1" dirty="0" err="1"/>
              <a:t>Кастомные</a:t>
            </a:r>
            <a:r>
              <a:rPr lang="ru-RU" sz="2000" b="1" dirty="0"/>
              <a:t> темы оформления</a:t>
            </a:r>
          </a:p>
          <a:p>
            <a:r>
              <a:rPr lang="ru-RU" sz="2000" b="1" dirty="0"/>
              <a:t>📤 </a:t>
            </a:r>
            <a:r>
              <a:rPr lang="ru-RU" sz="2000" b="1" dirty="0" err="1"/>
              <a:t>Шеринг</a:t>
            </a:r>
            <a:r>
              <a:rPr lang="ru-RU" sz="2000" b="1" dirty="0"/>
              <a:t> результатов в </a:t>
            </a:r>
            <a:r>
              <a:rPr lang="ru-RU" sz="2000" b="1" dirty="0" err="1"/>
              <a:t>соцсетях</a:t>
            </a:r>
            <a:endParaRPr lang="ru-RU" sz="2000" b="1" dirty="0"/>
          </a:p>
          <a:p>
            <a:r>
              <a:rPr lang="ru-RU" sz="2000" b="1" dirty="0"/>
              <a:t>📴 Офлайн-режим</a:t>
            </a:r>
          </a:p>
          <a:p>
            <a:r>
              <a:rPr lang="ru-RU" sz="2000" b="1" dirty="0" smtClean="0"/>
              <a:t>🏫 </a:t>
            </a:r>
            <a:r>
              <a:rPr lang="ru-RU" sz="2000" b="1" dirty="0"/>
              <a:t>Режим «учитель» — идеи для уроков английского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0533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ДЕМОНСТРАЦИЯ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95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Подготовили </a:t>
            </a:r>
            <a:r>
              <a:rPr lang="ru-RU" dirty="0" err="1" smtClean="0"/>
              <a:t>казакова</a:t>
            </a:r>
            <a:r>
              <a:rPr lang="ru-RU" dirty="0" smtClean="0"/>
              <a:t> </a:t>
            </a:r>
            <a:r>
              <a:rPr lang="ru-RU" dirty="0" err="1" smtClean="0"/>
              <a:t>ангелина</a:t>
            </a:r>
            <a:r>
              <a:rPr lang="ru-RU" dirty="0" smtClean="0"/>
              <a:t> и </a:t>
            </a:r>
            <a:r>
              <a:rPr lang="ru-RU" dirty="0" err="1" smtClean="0"/>
              <a:t>секиров</a:t>
            </a:r>
            <a:r>
              <a:rPr lang="ru-RU" dirty="0" smtClean="0"/>
              <a:t> </a:t>
            </a:r>
            <a:r>
              <a:rPr lang="ru-RU" dirty="0" err="1" smtClean="0"/>
              <a:t>кирилл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398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ивиденд">
  <a:themeElements>
    <a:clrScheme name="Дивиденд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Дивиденд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Диви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Дивиденд</Template>
  <TotalTime>687</TotalTime>
  <Words>133</Words>
  <Application>Microsoft Office PowerPoint</Application>
  <PresentationFormat>Широкоэкранный</PresentationFormat>
  <Paragraphs>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Corbel</vt:lpstr>
      <vt:lpstr>Gill Sans MT</vt:lpstr>
      <vt:lpstr>Wingdings 2</vt:lpstr>
      <vt:lpstr>Дивиденд</vt:lpstr>
      <vt:lpstr>FunLearn English</vt:lpstr>
      <vt:lpstr>Что такое FunLearn English?</vt:lpstr>
      <vt:lpstr>цель и преимущества проекта</vt:lpstr>
      <vt:lpstr>Технологический стек</vt:lpstr>
      <vt:lpstr>Перспективы развития</vt:lpstr>
      <vt:lpstr>ДЕМОНСТРАЦИЯ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Steganography</dc:title>
  <dc:creator>user</dc:creator>
  <cp:lastModifiedBy>user</cp:lastModifiedBy>
  <cp:revision>49</cp:revision>
  <dcterms:created xsi:type="dcterms:W3CDTF">2025-11-18T06:35:22Z</dcterms:created>
  <dcterms:modified xsi:type="dcterms:W3CDTF">2026-05-13T16:22:08Z</dcterms:modified>
</cp:coreProperties>
</file>