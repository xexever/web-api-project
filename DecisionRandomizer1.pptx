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handoutMasterIdLst>
    <p:handoutMasterId r:id="rId8"/>
  </p:handoutMasterIdLst>
  <p:sldIdLst>
    <p:sldId id="256" r:id="rId2"/>
    <p:sldId id="258" r:id="rId3"/>
    <p:sldId id="257" r:id="rId4"/>
    <p:sldId id="265" r:id="rId5"/>
    <p:sldId id="263" r:id="rId6"/>
    <p:sldId id="264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45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313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57D3F-4164-47B7-AB42-9C90AB4D4EBF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77C2A-812A-4589-ABA6-DC85D593565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08876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7735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2600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147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014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7915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78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2995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9796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823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895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7620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7784AEB9-1D2E-476C-97A5-10706365C0EB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B91319D-FD2D-497E-A462-BCE1D2086E43}" type="slidenum">
              <a:rPr lang="ru-RU" smtClean="0"/>
              <a:t>‹#›</a:t>
            </a:fld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5227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800" b="1" dirty="0"/>
              <a:t>decision randomizer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 smtClean="0"/>
              <a:t>АвторЫ</a:t>
            </a:r>
            <a:r>
              <a:rPr lang="ru-RU" dirty="0" smtClean="0"/>
              <a:t> – Казакова Ангелина Дмитриевна, </a:t>
            </a:r>
            <a:r>
              <a:rPr lang="ru-RU" dirty="0" err="1" smtClean="0"/>
              <a:t>Секиров</a:t>
            </a:r>
            <a:r>
              <a:rPr lang="ru-RU" dirty="0" smtClean="0"/>
              <a:t> </a:t>
            </a:r>
            <a:r>
              <a:rPr lang="ru-RU" dirty="0" err="1" smtClean="0"/>
              <a:t>кирилл</a:t>
            </a:r>
            <a:r>
              <a:rPr lang="ru-RU" dirty="0" smtClean="0"/>
              <a:t> </a:t>
            </a:r>
            <a:r>
              <a:rPr lang="ru-RU" dirty="0" err="1" smtClean="0"/>
              <a:t>романович</a:t>
            </a:r>
            <a:endParaRPr lang="ru-RU" dirty="0" smtClean="0"/>
          </a:p>
          <a:p>
            <a:r>
              <a:rPr lang="ru-RU" dirty="0"/>
              <a:t>Научный </a:t>
            </a:r>
            <a:r>
              <a:rPr lang="ru-RU" dirty="0" smtClean="0"/>
              <a:t>руководитель – Гончарова Марина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6758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Что такое </a:t>
            </a:r>
            <a:r>
              <a:rPr lang="en-US" sz="3600" dirty="0" smtClean="0"/>
              <a:t>decision randomizer</a:t>
            </a:r>
            <a:r>
              <a:rPr lang="ru-RU" dirty="0" smtClean="0"/>
              <a:t>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4444724"/>
            <a:ext cx="12191999" cy="36783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2400" dirty="0" smtClean="0"/>
              <a:t>Это твой личный генератор неожиданных решений </a:t>
            </a:r>
            <a:endParaRPr lang="ru-RU" sz="24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853" y="1846217"/>
            <a:ext cx="7948294" cy="4335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89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и преимущества проекта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81193" y="1968844"/>
            <a:ext cx="5539522" cy="4506098"/>
          </a:xfrm>
        </p:spPr>
        <p:txBody>
          <a:bodyPr>
            <a:normAutofit/>
          </a:bodyPr>
          <a:lstStyle/>
          <a:p>
            <a:r>
              <a:rPr lang="ru-RU" b="1" dirty="0" smtClean="0"/>
              <a:t>Цель</a:t>
            </a:r>
            <a:r>
              <a:rPr lang="en-US" b="1" dirty="0"/>
              <a:t>:</a:t>
            </a:r>
            <a:r>
              <a:rPr lang="ru-RU" b="1" dirty="0"/>
              <a:t> </a:t>
            </a:r>
            <a:r>
              <a:rPr lang="ru-RU" b="1" dirty="0" smtClean="0"/>
              <a:t>Спасти людей от скуки и бесконечных     </a:t>
            </a:r>
            <a:r>
              <a:rPr lang="en-US" b="1" dirty="0" smtClean="0"/>
              <a:t>“</a:t>
            </a:r>
            <a:r>
              <a:rPr lang="ru-RU" b="1" dirty="0" smtClean="0"/>
              <a:t>не знаю</a:t>
            </a:r>
            <a:r>
              <a:rPr lang="en-US" b="1" dirty="0" smtClean="0"/>
              <a:t>”</a:t>
            </a:r>
            <a:endParaRPr lang="ru-RU" b="1" dirty="0" smtClean="0"/>
          </a:p>
          <a:p>
            <a:r>
              <a:rPr lang="ru-RU" b="1" dirty="0" smtClean="0"/>
              <a:t>ПРЕИМУЩЕСТВА:</a:t>
            </a: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>💎ИНТУИТИВНО ПОНЯТНЫЙ ИНТЕРФЕЙС</a:t>
            </a: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>✨ЯРКИЙ ДИЗАЙН</a:t>
            </a:r>
            <a:r>
              <a:rPr lang="ru-RU" dirty="0"/>
              <a:t/>
            </a:r>
            <a:br>
              <a:rPr lang="ru-RU" dirty="0"/>
            </a:br>
            <a:r>
              <a:rPr lang="ru-RU" b="1" dirty="0" smtClean="0"/>
              <a:t>⚡ </a:t>
            </a:r>
            <a:r>
              <a:rPr lang="ru-RU" dirty="0" smtClean="0"/>
              <a:t>МИНИМУМ КЛИКОВ</a:t>
            </a: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>⚙УНИВЕРСАЛЬНОСТЬ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715" y="1809206"/>
            <a:ext cx="5048794" cy="5048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197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Технологический стек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81192" y="2180496"/>
            <a:ext cx="4789877" cy="4104974"/>
          </a:xfrm>
        </p:spPr>
        <p:txBody>
          <a:bodyPr>
            <a:normAutofit/>
          </a:bodyPr>
          <a:lstStyle/>
          <a:p>
            <a:r>
              <a:rPr lang="ru-RU" b="1" dirty="0" err="1" smtClean="0"/>
              <a:t>Flask</a:t>
            </a:r>
            <a:r>
              <a:rPr lang="ru-RU" b="1" dirty="0" smtClean="0"/>
              <a:t> </a:t>
            </a:r>
            <a:r>
              <a:rPr lang="ru-RU" b="1" dirty="0"/>
              <a:t>– </a:t>
            </a:r>
            <a:r>
              <a:rPr lang="ru-RU" dirty="0" err="1" smtClean="0"/>
              <a:t>микрофреймворк</a:t>
            </a:r>
            <a:r>
              <a:rPr lang="ru-RU" dirty="0" smtClean="0"/>
              <a:t> для веб-приложений на </a:t>
            </a:r>
            <a:r>
              <a:rPr lang="en-US" dirty="0" smtClean="0">
                <a:latin typeface="Corbel" panose="020B0503020204020204" pitchFamily="34" charset="0"/>
              </a:rPr>
              <a:t>Python</a:t>
            </a:r>
            <a:endParaRPr lang="ru-RU" dirty="0" smtClean="0">
              <a:latin typeface="Corbel" panose="020B0503020204020204" pitchFamily="34" charset="0"/>
            </a:endParaRPr>
          </a:p>
          <a:p>
            <a:r>
              <a:rPr lang="en-US" b="1" dirty="0" smtClean="0">
                <a:latin typeface="Corbel" panose="020B0503020204020204" pitchFamily="34" charset="0"/>
              </a:rPr>
              <a:t>random</a:t>
            </a:r>
            <a:r>
              <a:rPr lang="ru-RU" dirty="0" smtClean="0">
                <a:latin typeface="Corbel" panose="020B0503020204020204" pitchFamily="34" charset="0"/>
              </a:rPr>
              <a:t> </a:t>
            </a:r>
            <a:r>
              <a:rPr lang="en-US" dirty="0" smtClean="0">
                <a:latin typeface="Corbel" panose="020B0503020204020204" pitchFamily="34" charset="0"/>
              </a:rPr>
              <a:t> –</a:t>
            </a:r>
            <a:r>
              <a:rPr lang="ru-RU" dirty="0" smtClean="0">
                <a:latin typeface="Corbel" panose="020B0503020204020204" pitchFamily="34" charset="0"/>
              </a:rPr>
              <a:t> библиотека для генерации псевдослучайных чисел на </a:t>
            </a:r>
            <a:r>
              <a:rPr lang="en-US" dirty="0" smtClean="0">
                <a:latin typeface="Corbel" panose="020B0503020204020204" pitchFamily="34" charset="0"/>
              </a:rPr>
              <a:t>Python</a:t>
            </a:r>
          </a:p>
          <a:p>
            <a:r>
              <a:rPr lang="en-US" b="1" dirty="0" err="1" smtClean="0">
                <a:latin typeface="Corbel" panose="020B0503020204020204" pitchFamily="34" charset="0"/>
              </a:rPr>
              <a:t>json</a:t>
            </a:r>
            <a:r>
              <a:rPr lang="en-US" dirty="0" smtClean="0">
                <a:latin typeface="Corbel" panose="020B0503020204020204" pitchFamily="34" charset="0"/>
              </a:rPr>
              <a:t> – </a:t>
            </a:r>
            <a:r>
              <a:rPr lang="ru-RU" dirty="0" smtClean="0">
                <a:latin typeface="Corbel" panose="020B0503020204020204" pitchFamily="34" charset="0"/>
              </a:rPr>
              <a:t>библиотека, позволяющая преобразовывать </a:t>
            </a:r>
            <a:r>
              <a:rPr lang="ru-RU" dirty="0" err="1" smtClean="0">
                <a:latin typeface="Corbel" panose="020B0503020204020204" pitchFamily="34" charset="0"/>
              </a:rPr>
              <a:t>обьекты</a:t>
            </a:r>
            <a:r>
              <a:rPr lang="ru-RU" dirty="0" smtClean="0">
                <a:latin typeface="Corbel" panose="020B0503020204020204" pitchFamily="34" charset="0"/>
              </a:rPr>
              <a:t> </a:t>
            </a:r>
            <a:r>
              <a:rPr lang="en-US" dirty="0" smtClean="0">
                <a:latin typeface="Corbel" panose="020B0503020204020204" pitchFamily="34" charset="0"/>
              </a:rPr>
              <a:t>Python </a:t>
            </a:r>
            <a:r>
              <a:rPr lang="ru-RU" dirty="0" smtClean="0">
                <a:latin typeface="Corbel" panose="020B0503020204020204" pitchFamily="34" charset="0"/>
              </a:rPr>
              <a:t>в </a:t>
            </a:r>
            <a:r>
              <a:rPr lang="en-US" dirty="0" smtClean="0">
                <a:latin typeface="Corbel" panose="020B0503020204020204" pitchFamily="34" charset="0"/>
              </a:rPr>
              <a:t>JSON </a:t>
            </a:r>
            <a:r>
              <a:rPr lang="ru-RU" dirty="0" smtClean="0">
                <a:latin typeface="Corbel" panose="020B0503020204020204" pitchFamily="34" charset="0"/>
              </a:rPr>
              <a:t>и обратно</a:t>
            </a:r>
          </a:p>
          <a:p>
            <a:r>
              <a:rPr lang="ru-RU" b="1" dirty="0" err="1" smtClean="0"/>
              <a:t>WTForms</a:t>
            </a:r>
            <a:r>
              <a:rPr lang="ru-RU" b="1" dirty="0" smtClean="0"/>
              <a:t> </a:t>
            </a:r>
            <a:r>
              <a:rPr lang="ru-RU" b="1" dirty="0"/>
              <a:t>– </a:t>
            </a:r>
            <a:r>
              <a:rPr lang="ru-RU" dirty="0">
                <a:latin typeface="Corbel" panose="020B0503020204020204" pitchFamily="34" charset="0"/>
              </a:rPr>
              <a:t>библиотека для создания и </a:t>
            </a:r>
            <a:r>
              <a:rPr lang="ru-RU" dirty="0" err="1">
                <a:latin typeface="Corbel" panose="020B0503020204020204" pitchFamily="34" charset="0"/>
              </a:rPr>
              <a:t>валидации</a:t>
            </a:r>
            <a:r>
              <a:rPr lang="ru-RU" dirty="0">
                <a:latin typeface="Corbel" panose="020B0503020204020204" pitchFamily="34" charset="0"/>
              </a:rPr>
              <a:t> веб-форм</a:t>
            </a:r>
            <a:endParaRPr lang="en-US" dirty="0" smtClean="0">
              <a:latin typeface="Corbel" panose="020B0503020204020204" pitchFamily="34" charset="0"/>
            </a:endParaRPr>
          </a:p>
          <a:p>
            <a:r>
              <a:rPr lang="ru-RU" b="1" dirty="0" err="1"/>
              <a:t>SQLAlchemy</a:t>
            </a:r>
            <a:r>
              <a:rPr lang="ru-RU" b="1" dirty="0"/>
              <a:t> – </a:t>
            </a:r>
            <a:r>
              <a:rPr lang="ru-RU" dirty="0"/>
              <a:t>инструмент для работы с базами данных через ORM</a:t>
            </a:r>
            <a:endParaRPr lang="ru-RU" dirty="0">
              <a:latin typeface="Corbel" panose="020B0503020204020204" pitchFamily="34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919" y="1478897"/>
            <a:ext cx="5508171" cy="550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353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Перспективы развития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833126"/>
          </a:xfrm>
        </p:spPr>
        <p:txBody>
          <a:bodyPr>
            <a:normAutofit/>
          </a:bodyPr>
          <a:lstStyle/>
          <a:p>
            <a:r>
              <a:rPr lang="ru-RU" sz="2000" b="1" dirty="0"/>
              <a:t>Мобильное приложение — </a:t>
            </a:r>
            <a:r>
              <a:rPr lang="ru-RU" sz="2000" b="1" dirty="0" err="1"/>
              <a:t>рандомайзер</a:t>
            </a:r>
            <a:r>
              <a:rPr lang="ru-RU" sz="2000" b="1" dirty="0"/>
              <a:t> в кармане</a:t>
            </a:r>
            <a:endParaRPr lang="ru-RU" sz="2000" b="1" dirty="0" smtClean="0"/>
          </a:p>
          <a:p>
            <a:r>
              <a:rPr lang="ru-RU" sz="2000" b="1" dirty="0" smtClean="0"/>
              <a:t>Перевод интерфейса на другие языки</a:t>
            </a:r>
            <a:endParaRPr lang="ru-RU" sz="2000" dirty="0" smtClean="0"/>
          </a:p>
          <a:p>
            <a:r>
              <a:rPr lang="ru-RU" sz="2000" b="1" dirty="0" smtClean="0"/>
              <a:t>Добавление </a:t>
            </a:r>
            <a:r>
              <a:rPr lang="ru-RU" sz="2000" b="1" dirty="0" err="1" smtClean="0"/>
              <a:t>кастомных</a:t>
            </a:r>
            <a:r>
              <a:rPr lang="ru-RU" sz="2000" b="1" dirty="0" smtClean="0"/>
              <a:t> тем оформления</a:t>
            </a:r>
            <a:endParaRPr lang="ru-RU" sz="2000" dirty="0"/>
          </a:p>
          <a:p>
            <a:r>
              <a:rPr lang="ru-RU" sz="2000" b="1" dirty="0" err="1"/>
              <a:t>Шеринг</a:t>
            </a:r>
            <a:r>
              <a:rPr lang="ru-RU" sz="2000" b="1" dirty="0"/>
              <a:t> </a:t>
            </a:r>
            <a:r>
              <a:rPr lang="ru-RU" sz="2000" b="1" dirty="0" smtClean="0"/>
              <a:t>результатов</a:t>
            </a:r>
          </a:p>
          <a:p>
            <a:r>
              <a:rPr lang="ru-RU" sz="2000" b="1" dirty="0" smtClean="0"/>
              <a:t>Офлайн-режим</a:t>
            </a:r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5453" y="1898469"/>
            <a:ext cx="4670736" cy="4670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334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Спасибо за внимание!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Подготовили </a:t>
            </a:r>
            <a:r>
              <a:rPr lang="ru-RU" dirty="0" err="1" smtClean="0"/>
              <a:t>казакова</a:t>
            </a:r>
            <a:r>
              <a:rPr lang="ru-RU" dirty="0" smtClean="0"/>
              <a:t> </a:t>
            </a:r>
            <a:r>
              <a:rPr lang="ru-RU" dirty="0" err="1" smtClean="0"/>
              <a:t>ангелина</a:t>
            </a:r>
            <a:r>
              <a:rPr lang="ru-RU" dirty="0" smtClean="0"/>
              <a:t> и </a:t>
            </a:r>
            <a:r>
              <a:rPr lang="ru-RU" dirty="0" err="1" smtClean="0"/>
              <a:t>секиров</a:t>
            </a:r>
            <a:r>
              <a:rPr lang="ru-RU" dirty="0" smtClean="0"/>
              <a:t> </a:t>
            </a:r>
            <a:r>
              <a:rPr lang="ru-RU" dirty="0" err="1" smtClean="0"/>
              <a:t>кирилл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3981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Дивиденд">
  <a:themeElements>
    <a:clrScheme name="Дивиденд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Дивиденд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Дивиденд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639</TotalTime>
  <Words>85</Words>
  <Application>Microsoft Office PowerPoint</Application>
  <PresentationFormat>Широкоэкранный</PresentationFormat>
  <Paragraphs>22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Calibri</vt:lpstr>
      <vt:lpstr>Corbel</vt:lpstr>
      <vt:lpstr>Gill Sans MT</vt:lpstr>
      <vt:lpstr>Wingdings 2</vt:lpstr>
      <vt:lpstr>Дивиденд</vt:lpstr>
      <vt:lpstr>decision randomizer</vt:lpstr>
      <vt:lpstr>Что такое decision randomizer?</vt:lpstr>
      <vt:lpstr>цель и преимущества проекта</vt:lpstr>
      <vt:lpstr>Технологический стек</vt:lpstr>
      <vt:lpstr>Перспективы развития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Steganography</dc:title>
  <dc:creator>user</dc:creator>
  <cp:lastModifiedBy>User</cp:lastModifiedBy>
  <cp:revision>44</cp:revision>
  <dcterms:created xsi:type="dcterms:W3CDTF">2025-11-18T06:35:22Z</dcterms:created>
  <dcterms:modified xsi:type="dcterms:W3CDTF">2026-05-07T17:13:41Z</dcterms:modified>
</cp:coreProperties>
</file>